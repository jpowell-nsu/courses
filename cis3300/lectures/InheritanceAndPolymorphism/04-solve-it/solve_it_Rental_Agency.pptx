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only. The solution, discussion prompts, and likely wrong turns are in the separate instructor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rules aloud. Ask the class which rules differ by kind of vehicle and which one is the same for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starter code reads the file and prints each row. fleet.csv goes in the project folder, next to src.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match the six questions in the code tutorial. The instructor guide lists the answers the solution uses and the wrong turns worth letting the class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1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3300  ·  INHERITANCE AND POLYMORPHISM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9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It Together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a vehicle rental agency, designed and built as a class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vehicles, three pricing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8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× days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are free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has: seats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8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× days + $0.30/mile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for every mile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has: payload in pounds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Motorcycle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8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× days + $12.00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fee, once per rental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has: engine size in cc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E3660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782312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ID, make, model, year, and daily rate. Rentals of 7 days or more get 10 percent off the whole price.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CSV file, one list, five tasks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AND THE TASKS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852160" cy="1440434"/>
          </a:xfrm>
          <a:prstGeom prst="roundRect">
            <a:avLst>
              <a:gd name="adj" fmla="val 3809"/>
            </a:avLst>
          </a:prstGeom>
          <a:solidFill>
            <a:srgbClr val="0E1124"/>
          </a:solidFill>
          <a:ln w="9525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5486400" cy="122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type,id,make,model,year,dailyRate,extra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CAR,C100,Toyota,Corolla,2023,45.00,5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TRUCK,T200,Ford,F-150,2021,89.00,2200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MOTORCYCLE,M300,Honda,Rebel 500,2023,59.00,471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 8 rows in fleet.csv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= seats, payload, or engine size, depending on the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682496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45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fleet.csv into one ArrayList.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2487168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5059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whole fleet.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0" y="3291840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25526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every vehicle: 3 days, 240 miles; then 7 days, 900 miles. Name the cheapest.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4096512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05993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every truck that can carry 3000 pounds.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0" y="4901184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8646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every car that seats at least 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it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95144"/>
            <a:ext cx="3118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classes do you need? Which one is abstract, and why?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884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2295144"/>
            <a:ext cx="3118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are shared, and which belong to one kind of vehicle?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295144"/>
            <a:ext cx="3118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pricing rule live? Can a subclass skip the discount?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82219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instanceof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306824"/>
            <a:ext cx="3118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need instanceof, and which do not?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3657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98848" y="382219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4306824"/>
            <a:ext cx="3118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must every subclass be named? Can that be one place?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3657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7888" y="382219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year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4306824"/>
            <a:ext cx="3118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cars: car price plus $6.00 per day. What code changes?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 3300 Dark">
  <a:themeElements>
    <a:clrScheme name="CIS 3300 Dark">
      <a:dk1>
        <a:srgbClr val="0E1124"/>
      </a:dk1>
      <a:lt1>
        <a:srgbClr val="EAEEF9"/>
      </a:lt1>
      <a:dk2>
        <a:srgbClr val="191F3C"/>
      </a:dk2>
      <a:lt2>
        <a:srgbClr val="9AA4C4"/>
      </a:lt2>
      <a:accent1>
        <a:srgbClr val="58A6CC"/>
      </a:accent1>
      <a:accent2>
        <a:srgbClr val="F4A261"/>
      </a:accent2>
      <a:accent3>
        <a:srgbClr val="EC6C75"/>
      </a:accent3>
      <a:accent4>
        <a:srgbClr val="5A66A6"/>
      </a:accent4>
      <a:accent5>
        <a:srgbClr val="242B50"/>
      </a:accent5>
      <a:accent6>
        <a:srgbClr val="2E3660"/>
      </a:accent6>
      <a:hlink>
        <a:srgbClr val="58A6CC"/>
      </a:hlink>
      <a:folHlink>
        <a:srgbClr val="9AA4C4"/>
      </a:folHlink>
    </a:clrScheme>
    <a:fontScheme name="CIS 3300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 It Together: A Vehicle Rental Agency</dc:title>
  <dc:subject>CIS 3300, Inheritance and Polymorphism</dc:subject>
  <dc:creator>PptxGenJS</dc:creator>
  <cp:lastModifiedBy>PptxGenJS</cp:lastModifiedBy>
  <cp:revision>1</cp:revision>
  <dcterms:created xsi:type="dcterms:W3CDTF">2026-10-11T18:18:52Z</dcterms:created>
  <dcterms:modified xsi:type="dcterms:W3CDTF">2026-10-11T18:18:52Z</dcterms:modified>
</cp:coreProperties>
</file>